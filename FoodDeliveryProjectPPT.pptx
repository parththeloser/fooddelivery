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y="6858000" cx="12192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2" Type="http://schemas.openxmlformats.org/officeDocument/2006/relationships/slide" Target="slides/slide10.xml"/><Relationship Id="rId9" Type="http://schemas.openxmlformats.org/officeDocument/2006/relationships/slide" Target="slides/slide7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25318-5F23-2B3A-5EF6-6A17342A2E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0EAB21-1F57-94A1-FEFE-DF9D50BBAB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8A740-0165-89A4-288C-2382F97A6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647C3-48CA-4D70-B6B5-18301BDBAA67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F1370-EE1D-9B1E-4856-E69DBC3DE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BFD00-FF0B-366A-641B-D03ED8CE3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A28D1-3463-4F42-B089-A7F5B03D7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123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E7CD9-9765-9FF8-DD04-4FAC56B96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1F43B-69FC-C4C0-F0AD-1E3D126DF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D7E96-47BA-B880-89CB-F47885A1B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647C3-48CA-4D70-B6B5-18301BDBAA67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3479E-4490-601C-8947-6595C7BFC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BEF23-7C9E-98C4-E9F6-5B8BCB577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A28D1-3463-4F42-B089-A7F5B03D7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968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08073-629E-655D-370E-C3AB66C3D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9F2F3-E894-F3AF-5402-974AB2766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D9451-AF32-3643-BC52-618E6F945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647C3-48CA-4D70-B6B5-18301BDBAA67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9A422-6194-B5F3-0FF0-953B8D2D8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1E1D2-9E3B-7342-1AA3-2984C98ED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A28D1-3463-4F42-B089-A7F5B03D7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444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08E46-2972-E938-5A12-EFF467C09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C988B-C8B2-DA06-30C8-E4CF21AA37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7BA3F-AADF-E769-497B-15D140CA9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0A0FA2-2F41-38E4-3A9D-65EFA2D78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647C3-48CA-4D70-B6B5-18301BDBAA67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40CBDF-D436-4094-769F-59096C7F4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651B55-A480-58C2-927F-91807F126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A28D1-3463-4F42-B089-A7F5B03D7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279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15F1B-15A5-30AA-FC15-0C584FE3A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1F6BFD-3006-4308-ACE5-10BC7DEB6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FD4A3B-88B1-D636-70DD-3DEEFB585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65C901-F3F8-D45E-CF78-64D46945E2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8623C2-0F68-667C-60C5-4D5CEEAC1B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5D9CDE-A076-69EA-D860-B3D989495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647C3-48CA-4D70-B6B5-18301BDBAA67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4F1C10-5D89-0E12-1342-ACCA91838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D521C1-D420-F2A9-6E26-2ECB48F53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A28D1-3463-4F42-B089-A7F5B03D7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402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1C16F-597F-4591-DCC2-EECDADB7E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E75CDB-ACA9-0E0D-3BFD-40A959E8A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647C3-48CA-4D70-B6B5-18301BDBAA67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1ED144-209D-A684-BC9E-B3E767F99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4A77BD-923E-3156-0DA3-CB77B4F0C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A28D1-3463-4F42-B089-A7F5B03D7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610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FC25D3-0D59-EB24-9CB0-198DB9141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647C3-48CA-4D70-B6B5-18301BDBAA67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64022F-F861-02D5-3C07-68EAEE94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265E9F-DB22-F036-B8F5-B9A3DDE33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A28D1-3463-4F42-B089-A7F5B03D7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16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9D856-4DD1-1A43-6148-6621FE7E6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CE7CF-AB9B-2F36-E7B3-807170E69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1AC421-FCBB-3566-92B0-FBBB2D446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0510A4-7BD5-7A8A-E651-EFA7D18EF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647C3-48CA-4D70-B6B5-18301BDBAA67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57FF07-354C-8FD6-821B-57ED76805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3207A-2749-B247-8C52-53BF79DEC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A28D1-3463-4F42-B089-A7F5B03D7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456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E803-5821-5FF7-C578-FC6075C4A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EB8491-1DDB-7340-8520-F649CFCF3A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CA9B37-D7A2-0667-691F-06061ED350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E4B39-3B3D-9F23-ADC4-7DAEADC0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647C3-48CA-4D70-B6B5-18301BDBAA67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1F1B7A-2B01-9BAF-1E37-EBCEF20F4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EC8CD9-C1AE-ECC3-8D69-BCAD30D1E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A28D1-3463-4F42-B089-A7F5B03D7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167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FB74D-50A5-8432-8152-740FCEF9A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5665C4-DEF7-44A3-2924-CA2C66F91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CFA92-295E-09EF-8D62-49977154B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647C3-48CA-4D70-B6B5-18301BDBAA67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F97FE-866F-57A7-9A02-938361296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4C86E-6FE6-3BF8-D6BD-A97639A06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A28D1-3463-4F42-B089-A7F5B03D7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18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5A4DC4-1231-71E4-62A4-4D6DB6F388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D9B05F-C717-076A-0018-C086D2D1BC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9C9A3-4024-7DBB-F2CF-C66EBD84C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647C3-48CA-4D70-B6B5-18301BDBAA67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66913-9ABC-A23A-7198-164860FE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0A78D-E150-3286-66D7-69F8E0412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A28D1-3463-4F42-B089-A7F5B03D7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423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372867-801A-7CC7-A47B-FD698A6FF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9E91B-5F9D-FC36-34B0-E9DA69864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E70F9-56CF-8E9F-96B2-2B0F465072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A647C3-48CA-4D70-B6B5-18301BDBAA67}" type="datetimeFigureOut">
              <a:rPr lang="en-IN" smtClean="0"/>
              <a:t>05-07-2026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47EF4-7521-BC46-AC49-18AA7B3188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D9AF1-F63D-7069-2862-A64D20A6D9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BA28D1-3463-4F42-B089-A7F5B03D79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362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46BCA0F-7878-FFC1-E558-74EA5B225C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062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5F88D7-1EC0-AAD4-19B4-5CF5BBD1EC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268" y="0"/>
            <a:ext cx="12286268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78FD0D-1BBC-DF66-5632-BBFABABAB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835" y="1512166"/>
            <a:ext cx="3749365" cy="25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188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23812F-C2F6-BB5E-96CA-BDC38B893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565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1895C8-6B68-B560-57CA-01F22F8E1B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201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6E8064-874B-1F85-1F96-C833CF8AD3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841" y="0"/>
            <a:ext cx="122768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734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4DDB93-ABCE-27D7-FEA2-CAB6D2859D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906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971AAB-97C1-CC59-FB88-D0B253FD56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328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DCC03C-0AD8-8E38-1917-28190532D0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693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FD9EFF-6C21-CE83-F330-159CDE0A0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748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